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921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280160"/>
            <a:ext cx="2560320" cy="2560320"/>
          </a:xfrm>
          <a:prstGeom prst="ellipse">
            <a:avLst/>
          </a:prstGeom>
          <a:solidFill>
            <a:srgbClr val="1E5A9E"/>
          </a:solidFill>
          <a:ln w="25400">
            <a:solidFill>
              <a:srgbClr val="8EC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67728" y="1783080"/>
            <a:ext cx="512064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2304288"/>
            <a:ext cx="15544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097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E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  |  MYSQL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HealthPlus Care Healthcare Database Analysis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EC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Keerthana V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7725374" cy="2751038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E5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QUESTION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can HealthPlus Care gain a consolidated view of healthcare service utilization, resource usage, member engagement and financial performance across its clinics and specialists?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815122" y="1371600"/>
            <a:ext cx="787167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workload: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HealthPlus Diagnostic Clinic, Kozhikode leads (945 consultations)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workload: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Charu Rao, ENT Specialist handles 391 consultations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engagement: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registered members have no consultation activity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735 of 2,200 sessions dropped; poor connections show ~38.3% drop rate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90.4% of billed amount was collected (gap of ~₹17.95L)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r>
              <a:rPr lang="en-US" sz="1600" dirty="0">
                <a:solidFill>
                  <a:srgbClr val="122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3,942 consultations have no feedback records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0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E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2763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high-workload clinics and specialists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62763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146304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inactive members and improve engagement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72491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telemedicine drop rates and connection quality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72491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unpaid and partially paid bills regularly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82219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billing and payments at the bill level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822192"/>
            <a:ext cx="457200" cy="457200"/>
          </a:xfrm>
          <a:prstGeom prst="ellipse">
            <a:avLst/>
          </a:prstGeom>
          <a:solidFill>
            <a:srgbClr val="0B2E5C"/>
          </a:solidFill>
          <a:ln w="12700">
            <a:solidFill>
              <a:srgbClr val="0B2E5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4632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365760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patient feedback collection across clinics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</Words>
  <Application>Microsoft Office PowerPoint</Application>
  <PresentationFormat>On-screen Show (16:9)</PresentationFormat>
  <Paragraphs>30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Healthcare Database Analysis</dc:title>
  <dc:subject>PptxGenJS Presentation</dc:subject>
  <dc:creator>Keerthana V</dc:creator>
  <cp:lastModifiedBy>Keerthana V</cp:lastModifiedBy>
  <cp:revision>2</cp:revision>
  <dcterms:created xsi:type="dcterms:W3CDTF">2026-09-23T15:43:33Z</dcterms:created>
  <dcterms:modified xsi:type="dcterms:W3CDTF">2026-09-23T16:00:56Z</dcterms:modified>
</cp:coreProperties>
</file>