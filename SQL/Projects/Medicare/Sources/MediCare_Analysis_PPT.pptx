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1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280160"/>
            <a:ext cx="2560320" cy="2560320"/>
          </a:xfrm>
          <a:prstGeom prst="ellipse">
            <a:avLst/>
          </a:prstGeom>
          <a:solidFill>
            <a:srgbClr val="1E7A4F"/>
          </a:solidFill>
          <a:ln w="25400">
            <a:solidFill>
              <a:srgbClr val="7E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1783080"/>
            <a:ext cx="5120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2304288"/>
            <a:ext cx="1554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|  MYSQL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 Healthcare Database Analysis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E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Keerthana V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25374" cy="2751038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MediCare gain a consolidated view of hospital operations, patient services, resource utilization and financial performance across multiple hospitals?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15122" y="1371600"/>
            <a:ext cx="787167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activity: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Belagavi North Campus leads (493 appointments)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workload: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Ramya Shetty handles 409 appointments (~8%)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Ophthalmology has most admissions (240)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patients have no appointment activity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65.34% of bills are fully paid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</a:t>
            </a:r>
            <a:r>
              <a:rPr lang="en-US" sz="16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values and negative financial records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high-activity hospitals and departments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2763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doctor workload to support staffing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room occupancy and length of stay for capacity planning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72491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unpaid and partially paid bills regularly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billing and payments at the bill level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822192"/>
            <a:ext cx="457200" cy="4572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data and investigate negative financial records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</Words>
  <Application>Microsoft Office PowerPoint</Application>
  <PresentationFormat>On-screen Show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Healthcare Database Analysis</dc:title>
  <dc:subject>PptxGenJS Presentation</dc:subject>
  <dc:creator>Keerthana V</dc:creator>
  <cp:lastModifiedBy>Keerthana V</cp:lastModifiedBy>
  <cp:revision>2</cp:revision>
  <dcterms:created xsi:type="dcterms:W3CDTF">2026-09-23T15:43:33Z</dcterms:created>
  <dcterms:modified xsi:type="dcterms:W3CDTF">2026-09-23T16:00:56Z</dcterms:modified>
</cp:coreProperties>
</file>