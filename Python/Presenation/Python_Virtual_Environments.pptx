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6035040"/>
            <a:ext cx="2377440" cy="237744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Virtual Environments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why it matters, and how to use it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4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487168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Virtual Environment?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136392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136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4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10896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a Virtual Environment?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758184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4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3730752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 vs virtualenv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379976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379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4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4352544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Create a Virtual Environment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001768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001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4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4974336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Activate and Deactivate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Virtual Environment?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environment is a separate, self-contained space for a Python project. It has its own Python interpreter and its own set of installed packages.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92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317296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space  </a:t>
            </a:r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this project's packages separate from other projects.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9352"/>
            <a:ext cx="384048" cy="384048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92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8862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interpreter  </a:t>
            </a:r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environment can even use a different Python version.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672584"/>
            <a:ext cx="384048" cy="384048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92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59943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conflicts  </a:t>
            </a:r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projects can use different versions of the same package.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49440" y="1691640"/>
            <a:ext cx="4663440" cy="41148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6948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Computer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69480" y="24231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30699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0" y="2532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2907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env_a  (Django 3)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69480" y="3538728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30699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98080" y="3648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env_b  (Django 4)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69480" y="4654296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30699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0" y="47640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5138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env_c  (Flask)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Virtual Environments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a Virtual Environment?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2039112"/>
            <a:ext cx="457200" cy="4572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0025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version conflicts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projects often need different versions of the same package.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2039112"/>
            <a:ext cx="457200" cy="4572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20025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system clean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5603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main (global) Python install stays free of project-specific packages.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142232"/>
            <a:ext cx="457200" cy="4572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1056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share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6634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exact package list with pip freeze &gt; requirements.txt for teammates.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388620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4142232"/>
            <a:ext cx="457200" cy="4572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41056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experimenting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6634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new packages or versions without breaking other projects.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Virtual Environments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venv vs virtualenv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51206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24028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30699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2402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venv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3136392"/>
            <a:ext cx="109728" cy="109728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99008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Python 3.3 and later — no extra install needed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3913632"/>
            <a:ext cx="109728" cy="109728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76732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lightweight, recommended for most projects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4690872"/>
            <a:ext cx="109728" cy="109728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454456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python -m venv env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1965960"/>
            <a:ext cx="51206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29400" y="224028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29400" y="22402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virtualenv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629400" y="313639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0" y="299008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tool — install separately with pip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29400" y="391363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0" y="376732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both Python 2 and Python 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29400" y="469087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0" y="454456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virtualenv env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521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use venv for everyday projects — it already comes with Python. Use virtualenv only if you need Python 2 support or extra features.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Virtual Environments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Create a Virtual Environment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built-in venv module. Open a terminal in your project folder and run this command: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078992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2860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myenv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566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977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Python program.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06240" y="342900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34840" y="3566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 venv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3977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Python to run the venv module.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63840" y="342900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0" y="3566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myenv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977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you choose for the new environment folder.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206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a new folder called “myenv” that holds a copy of Python and pip, kept separate from your system Python.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Virtual Environments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Activate and Deactivate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the environment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6C4"/>
                </a:solidFill>
              </a:rPr>
              <a:t>Windows
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myenv\Scripts\activate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210312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21031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6C4"/>
                </a:solidFill>
              </a:rPr>
              <a:t>macOS / Linux
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myenv/bin/activate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active, the environment name appears in brackets at the start of your terminal prompt, for example (myenv).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 the environment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30699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2976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Any OS, same command
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deactivate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429768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42976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returns you to your normal system Python. The brackets, like (myenv), disappear from the prompt.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Virtual Environments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2026-09-09T05:27:12Z</dcterms:created>
  <dcterms:modified xsi:type="dcterms:W3CDTF">2026-09-09T05:27:12Z</dcterms:modified>
</cp:coreProperties>
</file>